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K_SPECFORGE</a:t>
            </a:r>
          </a:p>
          <a:p>
            <a:r>
              <a:t>Tier: TIER_4_INFERENCE_AGENTS</a:t>
            </a:r>
          </a:p>
          <a:p>
            <a:r>
              <a:t>Identity: Upstream sgl-project/SpecForge @ 3cb0510f0bd0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sgl-project/SpecForge |</a:t>
            </a:r>
          </a:p>
          <a:p>
            <a:r>
              <a:t>| Commit | 3cb0510f0bd0e8c195ac6e9c5c62f6b50580ff83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8.31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K_SPECFORGE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